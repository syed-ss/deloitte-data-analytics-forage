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33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74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10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97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7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45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21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31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5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Retail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to the CEO &amp; CMO</a:t>
            </a:r>
          </a:p>
          <a:p>
            <a:r>
              <a:t>By Data Analytics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Country</a:t>
            </a:r>
          </a:p>
        </p:txBody>
      </p:sp>
      <p:pic>
        <p:nvPicPr>
          <p:cNvPr id="3" name="Picture 2" descr="Screenshot (9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</a:defRPr>
            </a:pPr>
            <a:r>
              <a:t>This map shows the distribution of revenue across different countries, highlighting our strongest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Countries by Revenue</a:t>
            </a:r>
          </a:p>
        </p:txBody>
      </p:sp>
      <p:pic>
        <p:nvPicPr>
          <p:cNvPr id="3" name="Picture 2" descr="Screenshot (9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</a:defRPr>
            </a:pPr>
            <a:r>
              <a:t>This bar chart highlights the top 10 countries contributing the most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Customers by Revenue</a:t>
            </a:r>
          </a:p>
        </p:txBody>
      </p:sp>
      <p:pic>
        <p:nvPicPr>
          <p:cNvPr id="3" name="Picture 2" descr="Screenshot (9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</a:defRPr>
            </a:pPr>
            <a:r>
              <a:t>Here we see the top 10 customers who are driving significant revenue for our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Top 10 Companies by Revenue and Quantity</a:t>
            </a:r>
          </a:p>
        </p:txBody>
      </p:sp>
      <p:pic>
        <p:nvPicPr>
          <p:cNvPr id="3" name="Picture 2" descr="Screenshot (9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</a:defRPr>
            </a:pPr>
            <a:r>
              <a:t>This chart compares revenue and quantity sold across the top 10 countries, showing both demand and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Month for 2011</a:t>
            </a:r>
          </a:p>
        </p:txBody>
      </p:sp>
      <p:pic>
        <p:nvPicPr>
          <p:cNvPr id="3" name="Picture 2" descr="Screenshot (9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000000"/>
                </a:solidFill>
              </a:defRPr>
            </a:pPr>
            <a:r>
              <a:t>This line chart illustrates monthly revenue trends for 2011, highlighting seasonal sales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117</Words>
  <Application>Microsoft Office PowerPoint</Application>
  <PresentationFormat>On-screen Show 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Online Retail Analysis</vt:lpstr>
      <vt:lpstr>Revenue by Country</vt:lpstr>
      <vt:lpstr>Top 10 Countries by Revenue</vt:lpstr>
      <vt:lpstr>Top 10 Customers by Revenue</vt:lpstr>
      <vt:lpstr>Top 10 Companies by Revenue and Quantity</vt:lpstr>
      <vt:lpstr>Revenue by Month for 2011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SYED SHAHED</cp:lastModifiedBy>
  <cp:revision>2</cp:revision>
  <dcterms:created xsi:type="dcterms:W3CDTF">2013-01-27T09:14:16Z</dcterms:created>
  <dcterms:modified xsi:type="dcterms:W3CDTF">2025-09-16T19:27:33Z</dcterms:modified>
  <cp:category/>
</cp:coreProperties>
</file>